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Detected by Wazuh (1 = Yes, 0 = No)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Detected</c:v>
                </c:pt>
              </c:strCache>
            </c:strRef>
          </c:tx>
          <c:spPr>
            <a:solidFill>
              <a:srgbClr val="2E7D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Brute Force</c:v>
                  </c:pt>
                  <c:pt idx="1">
                    <c:v>SQL Injection</c:v>
                  </c:pt>
                  <c:pt idx="2">
                    <c:v>XSS</c:v>
                  </c:pt>
                  <c:pt idx="3">
                    <c:v>Cmd Injection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3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noFill/>
    <a:ln w="12700" cap="flat">
      <a:solidFill>
        <a:srgbClr val="363636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82296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46888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SecureCorp Security Assessment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31520" y="324612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D6EC"/>
                </a:solidFill>
              </a:rPr>
              <a:t>Client Debrief — Findings &amp; Recommendations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51206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Prepared by Nehru Prasanth M  |  Junior Cybersecurity Consultant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553212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C7"/>
                </a:solidFill>
              </a:rPr>
              <a:t>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DF1F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5395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17320" y="1508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Engagement Overview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847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Scope, methodology, and lab environment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DF1F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5395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Security Posture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6243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Assets, risk landscape, and current exposure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DF1F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5395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3063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Attack Simulation Findings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4015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Four techniques tested against the environment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886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DF1F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5395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840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Detection Results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1788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What the SIEM caught — and what it missed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663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DF1F8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5395"/>
                </a:solidFill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17320" y="4617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Recommendations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956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Prioritized, actionable next steps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5440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DF1F8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5440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5395"/>
                </a:solidFill>
              </a:rPr>
              <a:t>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17320" y="5394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Lessons Learned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17320" y="57332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Key takeaways from this engagement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SecureCorp Security Assessment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</a:rPr>
              <a:t>Engagement Overview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457200"/>
            <a:ext cx="1280160" cy="12801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201168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EDF1F8"/>
          </a:solidFill>
          <a:ln/>
        </p:spPr>
      </p:sp>
      <p:sp>
        <p:nvSpPr>
          <p:cNvPr id="5" name="Text 2"/>
          <p:cNvSpPr/>
          <p:nvPr/>
        </p:nvSpPr>
        <p:spPr>
          <a:xfrm>
            <a:off x="1005840" y="21762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395"/>
                </a:solidFill>
              </a:rPr>
              <a:t>Objective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05840" y="256032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Evaluate the customer portal's defenses and validate whether existing security monitoring actually detects real attacks.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217920" y="201168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EDF1F8"/>
          </a:solidFill>
          <a:ln/>
        </p:spPr>
      </p:sp>
      <p:sp>
        <p:nvSpPr>
          <p:cNvPr id="8" name="Text 5"/>
          <p:cNvSpPr/>
          <p:nvPr/>
        </p:nvSpPr>
        <p:spPr>
          <a:xfrm>
            <a:off x="6492240" y="21762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395"/>
                </a:solidFill>
              </a:rPr>
              <a:t>Approach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92240" y="256032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Two-phase engagement: offensive testing (simulated attacks), followed by defensive validation (SIEM detection review).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393192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EDF1F8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40965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395"/>
                </a:solidFill>
              </a:rPr>
              <a:t>Environment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05840" y="448056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Ubuntu 22.04 web server (DVWA customer portal) monitored by a self-hosted Wazuh SIEM deployment.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17920" y="393192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EDF1F8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40965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395"/>
                </a:solidFill>
              </a:rPr>
              <a:t>Rules of Engagement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92240" y="448056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All testing limited strictly to the personally-built lab environment — no external systems touched.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SecureCorp Security Assessment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</a:rPr>
              <a:t>Security Posture — Top Risks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10698480" cy="1234440"/>
          </a:xfrm>
          <a:prstGeom prst="roundRect">
            <a:avLst>
              <a:gd name="adj" fmla="val 5926"/>
            </a:avLst>
          </a:prstGeom>
          <a:solidFill>
            <a:srgbClr val="EDF1F8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96596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B02418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659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Critical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51760" y="1874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</a:rPr>
              <a:t>Command Injection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651760" y="2304288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</a:rPr>
              <a:t>Full server compromise — undetected by monitoring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10698480" cy="1234440"/>
          </a:xfrm>
          <a:prstGeom prst="roundRect">
            <a:avLst>
              <a:gd name="adj" fmla="val 5926"/>
            </a:avLst>
          </a:prstGeom>
          <a:solidFill>
            <a:srgbClr val="EDF1F8"/>
          </a:solidFill>
          <a:ln/>
        </p:spPr>
      </p:sp>
      <p:sp>
        <p:nvSpPr>
          <p:cNvPr id="9" name="Shape 7"/>
          <p:cNvSpPr/>
          <p:nvPr/>
        </p:nvSpPr>
        <p:spPr>
          <a:xfrm>
            <a:off x="960120" y="342900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429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High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51760" y="3337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</a:rPr>
              <a:t>SQL Injection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651760" y="3767328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</a:rPr>
              <a:t>Mass customer data exposure — undetected by monitoring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4663440"/>
            <a:ext cx="10698480" cy="1234440"/>
          </a:xfrm>
          <a:prstGeom prst="roundRect">
            <a:avLst>
              <a:gd name="adj" fmla="val 5926"/>
            </a:avLst>
          </a:prstGeom>
          <a:solidFill>
            <a:srgbClr val="EDF1F8"/>
          </a:solidFill>
          <a:ln/>
        </p:spPr>
      </p:sp>
      <p:sp>
        <p:nvSpPr>
          <p:cNvPr id="14" name="Shape 12"/>
          <p:cNvSpPr/>
          <p:nvPr/>
        </p:nvSpPr>
        <p:spPr>
          <a:xfrm>
            <a:off x="960120" y="489204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8920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High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51760" y="4800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</a:rPr>
              <a:t>Weak Authentication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651760" y="5230368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</a:rPr>
              <a:t>Account takeover via brute force — detected, but preventable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SecureCorp Security Assessment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</a:rPr>
              <a:t>Attack Simulations Performed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0" y="411480"/>
            <a:ext cx="1188720" cy="11887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160020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74520"/>
            <a:ext cx="548640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37360" y="18288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</a:rPr>
              <a:t>Brute Force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1051560" y="26517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Password guessing against SSH &amp; DVWA login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6263640" y="160020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874520"/>
            <a:ext cx="548640" cy="5486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269480" y="18288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</a:rPr>
              <a:t>SQL Injection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6583680" y="26517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Full customer database dumped via query manipulation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731520" y="393192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206240"/>
            <a:ext cx="548640" cy="5486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737360" y="41605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</a:rPr>
              <a:t>Cross-Site Scripting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1051560" y="498348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Malicious script executed in a victim's browser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6263640" y="393192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4206240"/>
            <a:ext cx="548640" cy="5486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269480" y="41605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</a:rPr>
              <a:t>Command Injection</a:t>
            </a:r>
            <a:endParaRPr lang="en-US" sz="1700" dirty="0"/>
          </a:p>
        </p:txBody>
      </p:sp>
      <p:sp>
        <p:nvSpPr>
          <p:cNvPr id="19" name="Text 12"/>
          <p:cNvSpPr/>
          <p:nvPr/>
        </p:nvSpPr>
        <p:spPr>
          <a:xfrm>
            <a:off x="6583680" y="498348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Arbitrary OS commands executed on the server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5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SecureCorp Security Assessment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Results: All Four Attacks Succeeded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3291840"/>
        </p:xfrm>
        <a:graphic>
          <a:graphicData uri="http://schemas.openxmlformats.org/drawingml/2006/table">
            <a:tbl>
              <a:tblPr/>
              <a:tblGrid>
                <a:gridCol w="2651760"/>
                <a:gridCol w="3200400"/>
                <a:gridCol w="3200400"/>
                <a:gridCol w="164592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Attack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Payload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Severity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Brute Force (SSH)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Wordlist via Hydra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Password cracked in ~4 sec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SQL Injection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%' or '0'='0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Full user table dumped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XSS (Reflected)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&lt;script&gt;alert(...)&lt;/script&gt;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Script executed in browser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Command Injection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127.0.0.1 &amp;&amp; whoami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OS command executed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Critical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</a:rPr>
              <a:t>Notice: severity does not predict detectability — see next.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SecureCorp Security Assessment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</a:rPr>
              <a:t>Detection Results: Severity vs. Detectability</a:t>
            </a:r>
            <a:endParaRPr lang="en-US" sz="27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31520" y="1371600"/>
          <a:ext cx="66751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680960" y="1463040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EDF1F8"/>
          </a:solidFill>
          <a:ln/>
        </p:spPr>
      </p:sp>
      <p:sp>
        <p:nvSpPr>
          <p:cNvPr id="5" name="Text 2"/>
          <p:cNvSpPr/>
          <p:nvPr/>
        </p:nvSpPr>
        <p:spPr>
          <a:xfrm>
            <a:off x="7909560" y="15361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Brute Force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909560" y="1847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</a:rPr>
              <a:t>High severity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9692640" y="1828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46"/>
                </a:solidFill>
              </a:rPr>
              <a:t>Detected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680960" y="2542032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EDF1F8"/>
          </a:solidFill>
          <a:ln/>
        </p:spPr>
      </p:sp>
      <p:sp>
        <p:nvSpPr>
          <p:cNvPr id="9" name="Text 6"/>
          <p:cNvSpPr/>
          <p:nvPr/>
        </p:nvSpPr>
        <p:spPr>
          <a:xfrm>
            <a:off x="7909560" y="261518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SQL Injection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09560" y="2926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</a:rPr>
              <a:t>High severity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692640" y="29077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02418"/>
                </a:solidFill>
              </a:rPr>
              <a:t>NOT detected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680960" y="3621024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EDF1F8"/>
          </a:solidFill>
          <a:ln/>
        </p:spPr>
      </p:sp>
      <p:sp>
        <p:nvSpPr>
          <p:cNvPr id="13" name="Text 10"/>
          <p:cNvSpPr/>
          <p:nvPr/>
        </p:nvSpPr>
        <p:spPr>
          <a:xfrm>
            <a:off x="7909560" y="369417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XSS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909560" y="40050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</a:rPr>
              <a:t>Medium severity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692640" y="398678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46"/>
                </a:solidFill>
              </a:rPr>
              <a:t>Detected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680960" y="4700016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EDF1F8"/>
          </a:solidFill>
          <a:ln/>
        </p:spPr>
      </p:sp>
      <p:sp>
        <p:nvSpPr>
          <p:cNvPr id="17" name="Text 14"/>
          <p:cNvSpPr/>
          <p:nvPr/>
        </p:nvSpPr>
        <p:spPr>
          <a:xfrm>
            <a:off x="7909560" y="47731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Command Injection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909560" y="50840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</a:rPr>
              <a:t>Critical severity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692640" y="506577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02418"/>
                </a:solidFill>
              </a:rPr>
              <a:t>NOT detected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7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SecureCorp Security Assessment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86000"/>
            <a:ext cx="2011680" cy="2011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08960" y="201168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Detection coverage does not correlate with attack severity.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3108960" y="352044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</a:rPr>
              <a:t>The two most severe attacks — SQL Injection and Command Injection — were both invisible to default SIEM rules, while a medium-severity attack was caught automatically simply because its payload matched a generic pattern.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8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SecureCorp Security Assessment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</a:rPr>
              <a:t>Incident Timeline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417320" y="1783080"/>
            <a:ext cx="0" cy="77724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1645920"/>
            <a:ext cx="365760" cy="365760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0020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</a:rPr>
              <a:t>06:19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20240" y="1554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Brute force cracks SSH password (~4 sec)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417320" y="2743200"/>
            <a:ext cx="0" cy="77724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2606040"/>
            <a:ext cx="365760" cy="365760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56032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</a:rPr>
              <a:t>11:49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20240" y="2514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Wazuh auto-detects 10 auth failure events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417320" y="3703320"/>
            <a:ext cx="0" cy="77724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34440" y="3566160"/>
            <a:ext cx="365760" cy="365760"/>
          </a:xfrm>
          <a:prstGeom prst="ellipse">
            <a:avLst/>
          </a:prstGeom>
          <a:solidFill>
            <a:srgbClr val="B0241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52044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</a:rPr>
              <a:t>11:57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3474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SQL Injection dumps full user table — no alert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417320" y="4663440"/>
            <a:ext cx="0" cy="77724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34440" y="4526280"/>
            <a:ext cx="365760" cy="365760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48056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</a:rPr>
              <a:t>12:08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20240" y="4434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XSS executes in browser — Wazuh alerts automatically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417320" y="5623560"/>
            <a:ext cx="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34440" y="5486400"/>
            <a:ext cx="365760" cy="365760"/>
          </a:xfrm>
          <a:prstGeom prst="ellipse">
            <a:avLst/>
          </a:prstGeom>
          <a:solidFill>
            <a:srgbClr val="B0241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544068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</a:rPr>
              <a:t>12:13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920240" y="5394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Command Injection executes OS command — no alert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SecureCorp Security Assessment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</a:rPr>
              <a:t>Prioritized Recommendations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0" y="457200"/>
            <a:ext cx="1188720" cy="11887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150876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B02418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5087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Critical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377440" y="14630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Eliminate shell command injection risk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377440" y="1810512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Use safe APIs instead of passing user input to system commands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" y="256032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B02418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56032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Critical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377440" y="25146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Fix SQL Injection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377440" y="2862072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Implement parameterized queries across all database interactions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" y="361188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D97706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36118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High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377440" y="35661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Close the detection gap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377440" y="3913632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Build custom Wazuh rules for SQLi and command-injection patterns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31520" y="466344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D97706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466344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High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377440" y="46177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Strengthen authentication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377440" y="4965192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Enforce password policy, account lockout, and MFA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10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SecureCorp Security Assessment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</a:rPr>
              <a:t>Lessons Learned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0" y="457200"/>
            <a:ext cx="1188720" cy="11887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1691640"/>
            <a:ext cx="137160" cy="822960"/>
          </a:xfrm>
          <a:prstGeom prst="roundRect">
            <a:avLst/>
          </a:prstGeom>
          <a:solidFill>
            <a:srgbClr val="2E5395"/>
          </a:solidFill>
          <a:ln/>
        </p:spPr>
      </p:sp>
      <p:sp>
        <p:nvSpPr>
          <p:cNvPr id="5" name="Text 2"/>
          <p:cNvSpPr/>
          <p:nvPr/>
        </p:nvSpPr>
        <p:spPr>
          <a:xfrm>
            <a:off x="1097280" y="164592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</a:rPr>
              <a:t>A SIEM in place is necessary but not sufficient — default rules require tuning against an organization's actual application risk.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731520" y="2743200"/>
            <a:ext cx="137160" cy="822960"/>
          </a:xfrm>
          <a:prstGeom prst="roundRect">
            <a:avLst/>
          </a:prstGeom>
          <a:solidFill>
            <a:srgbClr val="2E5395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269748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</a:rPr>
              <a:t>Detection coverage and vulnerability severity are independent — don't assume your most dangerous exposures are also your most visible ones.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31520" y="3794760"/>
            <a:ext cx="137160" cy="822960"/>
          </a:xfrm>
          <a:prstGeom prst="roundRect">
            <a:avLst/>
          </a:prstGeom>
          <a:solidFill>
            <a:srgbClr val="2E5395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374904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</a:rPr>
              <a:t>Tooling bugs happen even to established tools (Hydra v9.6) — adapting with a custom script kept the assessment moving.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31520" y="4846320"/>
            <a:ext cx="137160" cy="822960"/>
          </a:xfrm>
          <a:prstGeom prst="roundRect">
            <a:avLst/>
          </a:prstGeom>
          <a:solidFill>
            <a:srgbClr val="2E5395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480060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</a:rPr>
              <a:t>Weak credentials remain one of the fastest paths to compromise — cracked in seconds against both a real and dedicated test account.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11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SecureCorp Security Assessment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18872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83464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Thank You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31520" y="35661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D6EC"/>
                </a:solidFill>
              </a:rPr>
              <a:t>Questions &amp; Discussion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31520" y="51206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C7"/>
                </a:solidFill>
              </a:rPr>
              <a:t>Full report, evidence, and lab documentation available on request.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2026-07-30T05:17:07Z</dcterms:created>
  <dcterms:modified xsi:type="dcterms:W3CDTF">2026-07-30T05:17:07Z</dcterms:modified>
</cp:coreProperties>
</file>