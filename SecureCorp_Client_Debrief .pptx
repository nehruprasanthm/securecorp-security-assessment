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19"/>
    <p:sldId id="261" r:id="rId7"/>
    <p:sldId id="269" r:id="rId20"/>
    <p:sldId id="262" r:id="rId8"/>
    <p:sldId id="270" r:id="rId21"/>
    <p:sldId id="263" r:id="rId9"/>
    <p:sldId id="264" r:id="rId10"/>
    <p:sldId id="271" r:id="rId22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Detected by Wazuh (1 = Yes, 0 = No)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Detected</c:v>
                </c:pt>
              </c:strCache>
            </c:strRef>
          </c:tx>
          <c:spPr>
            <a:solidFill>
              <a:srgbClr val="2E7D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Brute Force</c:v>
                  </c:pt>
                  <c:pt idx="1">
                    <c:v>SQL Injection</c:v>
                  </c:pt>
                  <c:pt idx="2">
                    <c:v>XSS</c:v>
                  </c:pt>
                  <c:pt idx="3">
                    <c:v>Cmd Injection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4688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SecureCorp Security Assessment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6EC"/>
                </a:solidFill>
              </a:rPr>
              <a:t>Client Debrief — Findings &amp; Recommendations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Prepared by Nehru Prasanth M  |  Junior Cybersecurity Consultant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55321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7"/>
                </a:solidFill>
              </a:rPr>
              <a:t>July –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Engagement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47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Scope, methodology, and lab environment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Security Posture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24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Assets, risk landscape, and current exposure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Attack Simulation Findings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01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Eight techniques tested against the environment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Detection Results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78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What the SIEM caught — and what it missed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Recommendations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56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Prioritized, actionable next steps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440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DF1F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5395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733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Key takeaways from this engagement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Engagement Overview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57200"/>
            <a:ext cx="1280160" cy="1280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20116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2176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Objective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560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Evaluate the customer portal's defenses and validate whether existing security monitoring actually detects real attacks.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20116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2176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Approach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2560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Two-phase engagement: offensive testing (simulated attacks), followed by defensive validation (SIEM detection review).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9319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096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Environment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4480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Ubuntu 22.04 web server (DVWA customer portal) monitored by a self-hosted Wazuh SIEM deployment.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393192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DF1F8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4096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</a:rPr>
              <a:t>Rules of Engagement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44805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All testing limited strictly to the personally-built lab environment — no external systems touched.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Security Posture — Top Risks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050000"/>
          </a:xfrm>
          <a:prstGeom prst="roundRect">
            <a:avLst>
              <a:gd name="adj" fmla="val 5926"/>
            </a:avLst>
          </a:prstGeom>
          <a:solidFill>
            <a:srgbClr val="EDF1F8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373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B0241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Critical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85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Command Injection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651760" y="2237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</a:rPr>
              <a:t>Full server compromise — undetected by monitoring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941840"/>
            <a:ext cx="10698480" cy="1050000"/>
          </a:xfrm>
          <a:prstGeom prst="roundRect">
            <a:avLst>
              <a:gd name="adj" fmla="val 5926"/>
            </a:avLst>
          </a:prstGeom>
          <a:solidFill>
            <a:srgbClr val="EDF1F8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1704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70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3079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SQL Injection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51760" y="35087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</a:rPr>
              <a:t>Mass customer data exposure — undetected by monitoring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146320"/>
            <a:ext cx="10698480" cy="1050000"/>
          </a:xfrm>
          <a:prstGeom prst="roundRect">
            <a:avLst>
              <a:gd name="adj" fmla="val 5926"/>
            </a:avLst>
          </a:prstGeom>
          <a:solidFill>
            <a:srgbClr val="EDF1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3749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74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4283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</a:rPr>
              <a:t>Weak Authentication</a:t>
            </a:r>
            <a:endParaRPr lang="en-US" sz="1700" dirty="0"/>
          </a:p>
        </p:txBody>
      </p:sp>
      <p:sp>
        <p:nvSpPr>
          <p:cNvPr id="100" name="Shape 100"/>
          <p:cNvSpPr/>
          <p:nvPr/>
        </p:nvSpPr>
        <p:spPr>
          <a:xfrm>
            <a:off x="731520" y="5350800"/>
            <a:ext cx="10698480" cy="1050000"/>
          </a:xfrm>
          <a:prstGeom prst="roundRect">
            <a:avLst>
              <a:gd name="adj" fmla="val 5926"/>
            </a:avLst>
          </a:prstGeom>
          <a:solidFill>
            <a:srgbClr val="EDF1F8"/>
          </a:solidFill>
          <a:ln/>
        </p:spPr>
      </p:sp>
      <p:sp>
        <p:nvSpPr>
          <p:cNvPr id="101" name="Shape 101"/>
          <p:cNvSpPr/>
          <p:nvPr/>
        </p:nvSpPr>
        <p:spPr>
          <a:xfrm>
            <a:off x="960120" y="55794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102" name="Text 102"/>
          <p:cNvSpPr/>
          <p:nvPr/>
        </p:nvSpPr>
        <p:spPr>
          <a:xfrm>
            <a:off x="960120" y="5579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103" name="Text 103"/>
          <p:cNvSpPr/>
          <p:nvPr/>
        </p:nvSpPr>
        <p:spPr>
          <a:xfrm>
            <a:off x="2651760" y="5487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CSRF + Clickjacking (Chained)</a:t>
            </a:r>
            <a:endParaRPr lang="en-US" sz="1600" dirty="0"/>
          </a:p>
        </p:txBody>
      </p:sp>
      <p:sp>
        <p:nvSpPr>
          <p:cNvPr id="104" name="Text 104"/>
          <p:cNvSpPr/>
          <p:nvPr/>
        </p:nvSpPr>
        <p:spPr>
          <a:xfrm>
            <a:off x="2651760" y="59177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Silent account takeover from a single page visit — undetected by monitoring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47132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</a:rPr>
              <a:t>Account takeover via brute force — detected, but preventable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Attack Simulations Performed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1148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7452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Brute Force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156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Password guessing against SSH &amp; DVWA login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948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SQL Injection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58368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Full customer database dumped via query manipulation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31520" y="39319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0624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736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Cross-Site Scripting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051560" y="4983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Malicious script executed in a victim's browser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63640" y="39319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0624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6948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Command Injection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6583680" y="4983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Arbitrary OS commands executed on the server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Results: Core Four Techniques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3200400"/>
                <a:gridCol w="1645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Payload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Brute Force (SSH)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Wordlist via Hydra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Password cracked in ~4 sec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SQL Injection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%' or '0'='0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Full user table dumped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XSS (Reflected)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&lt;script&gt;alert(...)&lt;/script&gt;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Script executed in browser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Command Injection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127.0.0.1 &amp;&amp; whoami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OS command executed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Notice: severity does not predict detectability — see next.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</a:rPr>
              <a:t>Detection Results: Severity vs. Detectability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37160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4630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5" name="Text 2"/>
          <p:cNvSpPr/>
          <p:nvPr/>
        </p:nvSpPr>
        <p:spPr>
          <a:xfrm>
            <a:off x="7909560" y="1536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Brute Force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09560" y="1847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High severity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926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46"/>
                </a:solidFill>
              </a:rPr>
              <a:t>Detected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2542032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26151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SQL Injection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High severity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9264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2418"/>
                </a:solidFill>
              </a:rPr>
              <a:t>NOT detected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3621024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36941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XSS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0956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Medium severity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692640" y="39867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46"/>
                </a:solidFill>
              </a:rPr>
              <a:t>Detected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4700016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4773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Command Injection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09560" y="5084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Critical severity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92640" y="50657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2418"/>
                </a:solidFill>
              </a:rPr>
              <a:t>NOT detected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0" y="20116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Detection coverage does not correlate with attack severity.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108960" y="35204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</a:rPr>
              <a:t>The two most severe attacks — SQL Injection and Command Injection — were both invisible to default SIEM rules, while a medium-severity attack was caught automatically simply because its payload matched a generic pattern. The same pattern held across the four additional techniques tested: only sqlmap's high-volume, malformed-syntax traffic triggered an alert. Stored XSS, CSRF, and Clickjacking — each a single, well-formed request exploiting a broken trust assumption — evaded detection entirely, including a chained CSRF/Clickjacking attack that required no victim interaction beyond opening a page.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Incident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17320" y="178308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64592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06:19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Brute force cracks SSH password (~4 sec)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274320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60604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11:49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Wazuh auto-detects 10 auth failure events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370332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3566160"/>
            <a:ext cx="365760" cy="365760"/>
          </a:xfrm>
          <a:prstGeom prst="ellipse">
            <a:avLst/>
          </a:prstGeom>
          <a:solidFill>
            <a:srgbClr val="B0241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11:57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SQL Injection dumps full user table — no alert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466344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452628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05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12:08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XSS executes in browser — Wazuh alerts automatically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17320" y="5623560"/>
            <a:ext cx="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5486400"/>
            <a:ext cx="365760" cy="365760"/>
          </a:xfrm>
          <a:prstGeom prst="ellipse">
            <a:avLst/>
          </a:prstGeom>
          <a:solidFill>
            <a:srgbClr val="B0241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406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12:13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394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Command Injection executes OS command — no alert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Prioritized Recommendations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5720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5087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B0241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508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Critical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774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Eliminate shell command injection risk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77440" y="181051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Use safe APIs instead of passing user input to system commands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B0241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60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Critical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77440" y="2514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Fix SQL Injection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377440" y="286207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Implement parameterized queries across all database interactions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6118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77440" y="3566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Close the detection gap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377440" y="391363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Build custom Wazuh rules for SQLi and command-injection patterns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4663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6634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77440" y="4617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Strengthen authentication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377440" y="496519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Enforce password policy, account lockout, and MFA</a:t>
            </a:r>
            <a:endParaRPr lang="en-US" sz="1200" dirty="0"/>
          </a:p>
        </p:txBody>
      </p:sp>
      <p:sp>
        <p:nvSpPr>
          <p:cNvPr id="95" name="Shape 88"/>
          <p:cNvSpPr/>
          <p:nvPr/>
        </p:nvSpPr>
        <p:spPr>
          <a:xfrm>
            <a:off x="731520" y="5563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96" name="Text 89"/>
          <p:cNvSpPr/>
          <p:nvPr/>
        </p:nvSpPr>
        <p:spPr>
          <a:xfrm>
            <a:off x="731520" y="55634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sp>
        <p:nvSpPr>
          <p:cNvPr id="99" name="Text 90"/>
          <p:cNvSpPr/>
          <p:nvPr/>
        </p:nvSpPr>
        <p:spPr>
          <a:xfrm>
            <a:off x="2377440" y="5517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Close the CSRF / Clickjacking gap</a:t>
            </a:r>
            <a:endParaRPr lang="en-US" sz="1500" dirty="0"/>
          </a:p>
        </p:txBody>
      </p:sp>
      <p:sp>
        <p:nvSpPr>
          <p:cNvPr id="100" name="Text 92"/>
          <p:cNvSpPr/>
          <p:nvPr/>
        </p:nvSpPr>
        <p:spPr>
          <a:xfrm>
            <a:off x="2377440" y="586519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Anti-CSRF tokens on state-changing requests, plus an X-Frame-Options / CSP frame-ancestors header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Lessons Learned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5720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69164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645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A SIEM in place is necessary but not sufficient — default rules require tuning against an organization's actual application risk.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697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Detection coverage and vulnerability severity are independent — don't assume your most dangerous exposures are also your most visible ones.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379476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7490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Tooling bugs happen even to established tools (Hydra v9.6) — adapting with a custom script kept the assessment moving.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31520" y="4846320"/>
            <a:ext cx="137160" cy="82296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8006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</a:rPr>
              <a:t>Weak credentials remain one of the fastest paths to compromise — cracked in seconds against both a real and dedicated test account.</a:t>
            </a:r>
            <a:endParaRPr lang="en-US" sz="1450" dirty="0"/>
          </a:p>
        </p:txBody>
      </p:sp>
      <p:sp>
        <p:nvSpPr>
          <p:cNvPr id="97" name="Shape 90"/>
          <p:cNvSpPr/>
          <p:nvPr/>
        </p:nvSpPr>
        <p:spPr>
          <a:xfrm>
            <a:off x="731520" y="5809280"/>
            <a:ext cx="137160" cy="450000"/>
          </a:xfrm>
          <a:prstGeom prst="roundRect">
            <a:avLst/>
          </a:prstGeom>
          <a:solidFill>
            <a:srgbClr val="2E5395"/>
          </a:solidFill>
          <a:ln/>
        </p:spPr>
      </p:sp>
      <p:sp>
        <p:nvSpPr>
          <p:cNvPr id="98" name="Text 91"/>
          <p:cNvSpPr/>
          <p:nvPr/>
        </p:nvSpPr>
        <p:spPr>
          <a:xfrm>
            <a:off x="1097280" y="5809280"/>
            <a:ext cx="10241280" cy="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Chained, low-signature attacks (CSRF + Clickjacking) achieved full account takeover from a single page visit — sophistication isn't always complex payloads, sometimes it's exploiting a trust assumption monitoring never checks.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8346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566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E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7"/>
                </a:solidFill>
              </a:rPr>
              <a:t>Full report, evidence, and lab documentation available on request.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Additional Attack Simulations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1148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7452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SQL Injection (Blind)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5156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Automated with sqlmap; full table dumped, all password hashes cracked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948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Cross-Site Scripting (Stored)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583680" y="2651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Malicious script persisted in guestbook, runs for every visitor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31520" y="39319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0624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736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CSRF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051560" y="4983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Admin password silently changed via a forged request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63640" y="39319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0624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6948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Clickjacking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6583680" y="4983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Password changed the instant a decoy page was opened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Results: Four More Techniques Succeeded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3200400"/>
                <a:gridCol w="1645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Payload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SQL Injection (Blind)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Boolean tests, then sqlmap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Table dumped, hashes cracked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XSS (Stored)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&lt;script&gt;alert(...)&lt;/script&gt;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Persists for every visitor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CSRF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Auto-submit hidden 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Password changed silently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Clickjacking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Invisible iframe + decoy button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Password changed on page load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Notice: only automated/sqlmap-driven SQLi triggered an alert — the rest evaded detection entirely.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</a:rPr>
              <a:t>Detection Results: Four More Techniques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536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SQL Injection (Blind / sqlmap)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847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High severity — 5,494 alerts, rule level 7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55548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46"/>
                </a:solidFill>
              </a:rPr>
              <a:t>Detected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542032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615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XSS (Stored)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Medium severity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55548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2418"/>
                </a:solidFill>
              </a:rPr>
              <a:t>NOT detected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621024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6941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CSRF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High severity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555480" y="39867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2418"/>
                </a:solidFill>
              </a:rPr>
              <a:t>NOT detected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4700016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DF1F8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4773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Clickjacking (chained with CSRF)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5084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High severity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555480" y="50657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2418"/>
                </a:solidFill>
              </a:rPr>
              <a:t>NOT detected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Incident Timeline (Continued)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17320" y="178308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645920"/>
            <a:ext cx="365760" cy="3657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Aug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Blind SQLi automated with sqlmap — 5,494 Wazuh alerts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274320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606040"/>
            <a:ext cx="365760" cy="365760"/>
          </a:xfrm>
          <a:prstGeom prst="ellipse">
            <a:avLst/>
          </a:prstGeom>
          <a:solidFill>
            <a:srgbClr val="B0241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Aug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Stored XSS confirmed persistent (incognito reload) — no alert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370332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3566160"/>
            <a:ext cx="365760" cy="365760"/>
          </a:xfrm>
          <a:prstGeom prst="ellipse">
            <a:avLst/>
          </a:prstGeom>
          <a:solidFill>
            <a:srgbClr val="B0241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Aug 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CSRF PoC — admin password silently changed via forged request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4663440"/>
            <a:ext cx="0" cy="7772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4526280"/>
            <a:ext cx="365760" cy="365760"/>
          </a:xfrm>
          <a:prstGeom prst="ellipse">
            <a:avLst/>
          </a:prstGeom>
          <a:solidFill>
            <a:srgbClr val="B0241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05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Aug 11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Clickjacking — password changed the instant the decoy page loaded — no alert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SecureCorp Security Assessment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2026-07-30T05:17:07Z</dcterms:created>
  <dcterms:modified xsi:type="dcterms:W3CDTF">2026-07-30T05:17:07Z</dcterms:modified>
</cp:coreProperties>
</file>